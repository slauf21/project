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39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2" r:id="rId7"/>
    <p:sldId id="265" r:id="rId8"/>
    <p:sldId id="264" r:id="rId9"/>
    <p:sldId id="261" r:id="rId10"/>
    <p:sldId id="263" r:id="rId11"/>
  </p:sldIdLst>
  <p:sldSz cx="12192000" cy="6858000"/>
  <p:notesSz cx="6858000" cy="9144000"/>
  <p:defaultTextStyle>
    <a:defPPr>
      <a:defRPr lang="nl-B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120" y="3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BE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4DC3149-AA13-4F26-A875-4AAEAA807E32}" type="datetimeFigureOut">
              <a:rPr lang="nl-BE" smtClean="0"/>
              <a:t>1/06/2021</a:t>
            </a:fld>
            <a:endParaRPr lang="nl-BE"/>
          </a:p>
        </p:txBody>
      </p:sp>
      <p:sp>
        <p:nvSpPr>
          <p:cNvPr id="4" name="Tijdelijke aanduiding voor dia-afbeelding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l-BE"/>
          </a:p>
        </p:txBody>
      </p:sp>
      <p:sp>
        <p:nvSpPr>
          <p:cNvPr id="5" name="Tijdelijke aanduiding voor notiti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BE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CD86152-978F-4D00-8422-8C7E67A2F2F9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42909876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6BF9B38-9041-40FD-9800-91442D26D8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CF8847DC-9577-45C8-BB45-2209BB8D373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Klikken om de ondertitelstijl van het model te bewerken</a:t>
            </a:r>
            <a:endParaRPr lang="nl-BE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1E8B15BF-2B5F-4BB0-B48F-EAC260C8B0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EDC6D-9450-48CA-9F38-D443A8BFF2B2}" type="datetime1">
              <a:rPr lang="en-US" smtClean="0"/>
              <a:t>6/1/2021</a:t>
            </a:fld>
            <a:endParaRPr lang="en-US" dirty="0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7010D1DB-4927-4B9B-905A-E3CE678EED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AA6A98CC-F527-4179-AD06-8968490B90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A8A1B-4E1E-43EF-8A39-7D4A3879B941}" type="slidenum">
              <a:rPr lang="en-US" smtClean="0"/>
              <a:pPr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98281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9D6F776-718C-492B-B2B0-BCE27D7FD7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BEAF1013-DFE0-479A-94F8-2DC0254412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D2F4EDE5-AB28-4B96-A204-0B0A132BED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28743A-561F-437A-981B-ACF43BB007DB}" type="datetime1">
              <a:rPr lang="en-US" smtClean="0"/>
              <a:t>6/1/2021</a:t>
            </a:fld>
            <a:endParaRPr lang="en-US" dirty="0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D9D7B960-FCF6-4F22-BFD0-47FA627EC3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D0A7D053-1D24-490E-B01C-B60C33D8DA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A8A1B-4E1E-43EF-8A39-7D4A3879B941}" type="slidenum">
              <a:rPr lang="en-US" smtClean="0"/>
              <a:pPr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11160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ek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C88F0D7-D3CF-4983-9561-1315B61AF3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9C81347F-00BF-4D40-A03D-7829A635D5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88CC3E5E-B803-47CB-88A5-08280E10C6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975251-0103-4272-B1C0-B8ECC18FE4BD}" type="datetime1">
              <a:rPr lang="en-US" smtClean="0"/>
              <a:t>6/1/2021</a:t>
            </a:fld>
            <a:endParaRPr lang="en-US" dirty="0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96469135-4CB0-4A2E-AACC-75506AF5D5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2C4F4A0F-4A39-4604-B947-CF74E46BC6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A8A1B-4E1E-43EF-8A39-7D4A3879B941}" type="slidenum">
              <a:rPr lang="en-US" smtClean="0"/>
              <a:pPr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03144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FD92493-C154-4B32-973A-E2114335F4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C77EEB35-6430-4071-A357-9AADD9D5158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5C9D8C08-48C0-4380-9916-F536CABD09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8D26794F-E2B4-4655-ABC0-46F2A3F7AE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11481E-AA13-4371-B501-BF58F8E35277}" type="datetime1">
              <a:rPr lang="en-US" smtClean="0"/>
              <a:t>6/1/2021</a:t>
            </a:fld>
            <a:endParaRPr lang="en-US" dirty="0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A54B7231-E9B2-412E-8AA1-91EF4CFC70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316506BF-A164-4FA0-91F3-8C87A48AF3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A8A1B-4E1E-43EF-8A39-7D4A3879B941}" type="slidenum">
              <a:rPr lang="en-US" smtClean="0"/>
              <a:pPr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29999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593BE49-1DC4-4175-A76D-2B0CA02835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840341A3-01D3-4C1A-8642-79C1043F9F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FDC74493-5A3C-43F1-9AC4-F5078C1B84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9B61C83E-D4EA-4F8C-BB09-D7F1CB1D388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6" name="Tijdelijke aanduiding voor inhoud 5">
            <a:extLst>
              <a:ext uri="{FF2B5EF4-FFF2-40B4-BE49-F238E27FC236}">
                <a16:creationId xmlns:a16="http://schemas.microsoft.com/office/drawing/2014/main" id="{283F5290-7DB6-4FF6-8D54-261E6FA8B23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7" name="Tijdelijke aanduiding voor datum 6">
            <a:extLst>
              <a:ext uri="{FF2B5EF4-FFF2-40B4-BE49-F238E27FC236}">
                <a16:creationId xmlns:a16="http://schemas.microsoft.com/office/drawing/2014/main" id="{53DC43A5-F15E-4776-9C6F-3A7F3832C9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ADE8B4-691E-4AD5-BC2A-9205ABC7B285}" type="datetime1">
              <a:rPr lang="en-US" smtClean="0"/>
              <a:t>6/1/2021</a:t>
            </a:fld>
            <a:endParaRPr lang="en-US" dirty="0"/>
          </a:p>
        </p:txBody>
      </p:sp>
      <p:sp>
        <p:nvSpPr>
          <p:cNvPr id="8" name="Tijdelijke aanduiding voor voettekst 7">
            <a:extLst>
              <a:ext uri="{FF2B5EF4-FFF2-40B4-BE49-F238E27FC236}">
                <a16:creationId xmlns:a16="http://schemas.microsoft.com/office/drawing/2014/main" id="{5546DE3E-55FE-4756-B956-8BB81B5E14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Tijdelijke aanduiding voor dianummer 8">
            <a:extLst>
              <a:ext uri="{FF2B5EF4-FFF2-40B4-BE49-F238E27FC236}">
                <a16:creationId xmlns:a16="http://schemas.microsoft.com/office/drawing/2014/main" id="{3B0E1A3C-6B53-483D-9A4B-0AEAA6F66D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A8A1B-4E1E-43EF-8A39-7D4A3879B941}" type="slidenum">
              <a:rPr lang="en-US" smtClean="0"/>
              <a:pPr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68124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D730636-CF77-475A-AF5E-9327F2CC26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76C65720-148D-46B9-B726-954D1BCF6E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B8AE6-C7ED-4DB8-B4D6-AF5EC4B9D9B9}" type="datetime1">
              <a:rPr lang="en-US" smtClean="0"/>
              <a:t>6/1/2021</a:t>
            </a:fld>
            <a:endParaRPr lang="en-US" dirty="0"/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FF946BCD-11EE-4312-8607-FFE59BCD33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C3613555-E74A-40AC-BE8C-61CDE2E3D4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A8A1B-4E1E-43EF-8A39-7D4A3879B941}" type="slidenum">
              <a:rPr lang="en-US" smtClean="0"/>
              <a:pPr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91380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FF43EBB3-2D69-436F-8C1B-791911B85E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471614-6FC7-47E5-8EBC-7D6F5AD27984}" type="datetime1">
              <a:rPr lang="en-US" smtClean="0"/>
              <a:t>6/1/2021</a:t>
            </a:fld>
            <a:endParaRPr lang="en-US" dirty="0"/>
          </a:p>
        </p:txBody>
      </p: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5ABDFE44-619B-41BD-A433-DF9DF22E00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1C8F1BE1-2FEB-4EF7-A486-DF9CCE4B8B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A8A1B-4E1E-43EF-8A39-7D4A3879B941}" type="slidenum">
              <a:rPr lang="en-US" smtClean="0"/>
              <a:pPr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02724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F44315A-0B16-45B8-804B-5C2F44013C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84247B2B-E6A0-406B-9289-4B269D7ABB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8B795851-CDBF-401F-9ED2-2361DCDF86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02D466B6-7FD2-4997-9368-9D9C26EE95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F8CCFE-04BE-40E7-85BB-DCC02E6F6AC4}" type="datetime1">
              <a:rPr lang="en-US" smtClean="0"/>
              <a:t>6/1/2021</a:t>
            </a:fld>
            <a:endParaRPr lang="en-US" dirty="0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DDD4CE5F-2221-46A9-A003-4AFA37A41D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7BAAABCE-6356-45FB-B6E6-F0D17E587C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A8A1B-4E1E-43EF-8A39-7D4A3879B941}" type="slidenum">
              <a:rPr lang="en-US" smtClean="0"/>
              <a:pPr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35860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7B1E55D-36AD-4B60-845F-E3D0480590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afbeelding 2">
            <a:extLst>
              <a:ext uri="{FF2B5EF4-FFF2-40B4-BE49-F238E27FC236}">
                <a16:creationId xmlns:a16="http://schemas.microsoft.com/office/drawing/2014/main" id="{BAB02DF1-6950-41F3-A4A7-EAB47F84E32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nl-BE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EE84F0D7-DB35-4207-B9EC-09093B7669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2006C63F-7069-4BEA-8BE7-4287A8E25F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0A78D5-04FB-454E-BA26-08D4C7321AF3}" type="datetime1">
              <a:rPr lang="en-US" smtClean="0"/>
              <a:t>6/1/2021</a:t>
            </a:fld>
            <a:endParaRPr lang="en-US" dirty="0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76568FE3-5364-4546-B3E4-34EA448E2D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B70B1A31-D022-4872-A09C-3B17341DF7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A8A1B-4E1E-43EF-8A39-7D4A3879B941}" type="slidenum">
              <a:rPr lang="en-US" smtClean="0"/>
              <a:pPr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8951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en verticale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39466B9-5B9A-4BD8-BAD0-00D5EDCC79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25F861B3-4B6C-406E-8CC9-F1BCFDFEA1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DB78FA6A-B25E-44C2-A68F-61ACC57FDE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49880D-5699-4DE3-B85F-3F0557E910C2}" type="datetime1">
              <a:rPr lang="en-US" smtClean="0"/>
              <a:t>6/1/2021</a:t>
            </a:fld>
            <a:endParaRPr lang="en-US" dirty="0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7679343B-5089-4E68-9B68-DBF227C643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F592E65E-684C-4CED-BF05-5B99D98356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A8A1B-4E1E-43EF-8A39-7D4A3879B941}" type="slidenum">
              <a:rPr lang="en-US" smtClean="0"/>
              <a:pPr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33736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e titel en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e titel 1">
            <a:extLst>
              <a:ext uri="{FF2B5EF4-FFF2-40B4-BE49-F238E27FC236}">
                <a16:creationId xmlns:a16="http://schemas.microsoft.com/office/drawing/2014/main" id="{DD1A03A6-1D0D-4C83-9B34-6F41B23422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DB4B9136-B468-4263-87AE-634B1A2A184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6CBAAF42-BDB1-49FE-ABBB-6F9E33806D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EA285C-2E23-4BAF-B4C8-6D8F3A86AD68}" type="datetime1">
              <a:rPr lang="en-US" smtClean="0"/>
              <a:t>6/1/2021</a:t>
            </a:fld>
            <a:endParaRPr lang="en-US" dirty="0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30B07563-A204-46BE-960F-A71859239D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C993039E-E6AD-4115-828A-283FFBCB0F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A8A1B-4E1E-43EF-8A39-7D4A3879B941}" type="slidenum">
              <a:rPr lang="en-US" smtClean="0"/>
              <a:pPr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48469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itel 1">
            <a:extLst>
              <a:ext uri="{FF2B5EF4-FFF2-40B4-BE49-F238E27FC236}">
                <a16:creationId xmlns:a16="http://schemas.microsoft.com/office/drawing/2014/main" id="{E14BDB9D-576C-4B92-AE5B-970FABEF1E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F18D7CB4-49B7-4B14-8C07-19BEC4F91A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BFE3E178-1E44-439F-91DF-3ADB1DD3DF6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BC5CCD-38CB-4295-B869-CF5E8BC594DE}" type="datetime1">
              <a:rPr lang="en-US" smtClean="0"/>
              <a:t>6/1/2021</a:t>
            </a:fld>
            <a:endParaRPr lang="en-US" dirty="0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38578312-ACA2-4525-9C75-890D1C1698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4838359D-E368-48ED-B183-A1F1C289FE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8A8A1B-4E1E-43EF-8A39-7D4A3879B941}" type="slidenum">
              <a:rPr lang="en-US" smtClean="0"/>
              <a:pPr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38972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0" r:id="rId1"/>
    <p:sldLayoutId id="2147483741" r:id="rId2"/>
    <p:sldLayoutId id="2147483742" r:id="rId3"/>
    <p:sldLayoutId id="2147483743" r:id="rId4"/>
    <p:sldLayoutId id="2147483744" r:id="rId5"/>
    <p:sldLayoutId id="2147483745" r:id="rId6"/>
    <p:sldLayoutId id="2147483746" r:id="rId7"/>
    <p:sldLayoutId id="2147483747" r:id="rId8"/>
    <p:sldLayoutId id="2147483748" r:id="rId9"/>
    <p:sldLayoutId id="2147483749" r:id="rId10"/>
    <p:sldLayoutId id="2147483750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B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Afbeelding 4" descr="Afbeelding met tekst, elektronica, circuit&#10;&#10;Automatisch gegenereerde beschrijving">
            <a:extLst>
              <a:ext uri="{FF2B5EF4-FFF2-40B4-BE49-F238E27FC236}">
                <a16:creationId xmlns:a16="http://schemas.microsoft.com/office/drawing/2014/main" id="{5955A958-8437-444E-ABF5-0518F854AD6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625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6B3BAD04-E614-4C16-8360-019FCF0045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023809"/>
            <a:ext cx="11016943" cy="2262375"/>
          </a:xfrm>
          <a:custGeom>
            <a:avLst/>
            <a:gdLst>
              <a:gd name="connsiteX0" fmla="*/ 0 w 11016943"/>
              <a:gd name="connsiteY0" fmla="*/ 0 h 2262375"/>
              <a:gd name="connsiteX1" fmla="*/ 9969166 w 11016943"/>
              <a:gd name="connsiteY1" fmla="*/ 0 h 2262375"/>
              <a:gd name="connsiteX2" fmla="*/ 11016943 w 11016943"/>
              <a:gd name="connsiteY2" fmla="*/ 2262375 h 2262375"/>
              <a:gd name="connsiteX3" fmla="*/ 4942050 w 11016943"/>
              <a:gd name="connsiteY3" fmla="*/ 2262375 h 2262375"/>
              <a:gd name="connsiteX4" fmla="*/ 4582160 w 11016943"/>
              <a:gd name="connsiteY4" fmla="*/ 2262375 h 2262375"/>
              <a:gd name="connsiteX5" fmla="*/ 0 w 11016943"/>
              <a:gd name="connsiteY5" fmla="*/ 2262375 h 22623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1016943" h="2262375">
                <a:moveTo>
                  <a:pt x="0" y="0"/>
                </a:moveTo>
                <a:lnTo>
                  <a:pt x="9969166" y="0"/>
                </a:lnTo>
                <a:lnTo>
                  <a:pt x="11016943" y="2262375"/>
                </a:lnTo>
                <a:lnTo>
                  <a:pt x="4942050" y="2262375"/>
                </a:lnTo>
                <a:lnTo>
                  <a:pt x="4582160" y="2262375"/>
                </a:lnTo>
                <a:lnTo>
                  <a:pt x="0" y="2262375"/>
                </a:lnTo>
                <a:close/>
              </a:path>
            </a:pathLst>
          </a:custGeom>
          <a:solidFill>
            <a:schemeClr val="tx1">
              <a:lumMod val="85000"/>
              <a:lumOff val="15000"/>
              <a:alpha val="8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664ABCF5-6B46-4CC5-97E4-BD600666E8C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1249" y="5543643"/>
            <a:ext cx="8856058" cy="479701"/>
          </a:xfrm>
        </p:spPr>
        <p:txBody>
          <a:bodyPr>
            <a:normAutofit/>
          </a:bodyPr>
          <a:lstStyle/>
          <a:p>
            <a:pPr algn="l"/>
            <a:r>
              <a:rPr lang="nl-BE" sz="2000" dirty="0">
                <a:solidFill>
                  <a:srgbClr val="FFFFFF"/>
                </a:solidFill>
              </a:rPr>
              <a:t>Pere Rauf 1PBEAI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3AF66A02-1A5E-4F29-9A28-0C9C8616A0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41248" y="4199861"/>
            <a:ext cx="8856059" cy="1336826"/>
          </a:xfrm>
        </p:spPr>
        <p:txBody>
          <a:bodyPr>
            <a:normAutofit/>
          </a:bodyPr>
          <a:lstStyle/>
          <a:p>
            <a:pPr algn="l"/>
            <a:r>
              <a:rPr lang="nl-BE" sz="4200" dirty="0">
                <a:solidFill>
                  <a:srgbClr val="FFFFFF"/>
                </a:solidFill>
              </a:rPr>
              <a:t>Soldering station </a:t>
            </a:r>
            <a:r>
              <a:rPr lang="nl-BE" sz="4200" dirty="0" err="1">
                <a:solidFill>
                  <a:srgbClr val="FFFFFF"/>
                </a:solidFill>
              </a:rPr>
              <a:t>with</a:t>
            </a:r>
            <a:r>
              <a:rPr lang="nl-BE" sz="4200">
                <a:solidFill>
                  <a:srgbClr val="FFFFFF"/>
                </a:solidFill>
              </a:rPr>
              <a:t> temperature regulation</a:t>
            </a:r>
          </a:p>
        </p:txBody>
      </p:sp>
    </p:spTree>
    <p:extLst>
      <p:ext uri="{BB962C8B-B14F-4D97-AF65-F5344CB8AC3E}">
        <p14:creationId xmlns:p14="http://schemas.microsoft.com/office/powerpoint/2010/main" val="2205318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3" name="!!BGRectangle">
            <a:extLst>
              <a:ext uri="{FF2B5EF4-FFF2-40B4-BE49-F238E27FC236}">
                <a16:creationId xmlns:a16="http://schemas.microsoft.com/office/drawing/2014/main" id="{25E8815A-9407-4234-B08F-A1E49DCD7F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-6182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4" name="Rectangle 30">
            <a:extLst>
              <a:ext uri="{FF2B5EF4-FFF2-40B4-BE49-F238E27FC236}">
                <a16:creationId xmlns:a16="http://schemas.microsoft.com/office/drawing/2014/main" id="{AD72D4D1-076F-49D3-9889-EFC4F6D7CA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" name="Tijdelijke aanduiding voor inhoud 5" descr="Afbeelding met tekst, elektronica, circuit&#10;&#10;Automatisch gegenereerde beschrijving">
            <a:extLst>
              <a:ext uri="{FF2B5EF4-FFF2-40B4-BE49-F238E27FC236}">
                <a16:creationId xmlns:a16="http://schemas.microsoft.com/office/drawing/2014/main" id="{186B4FE8-7213-4F3A-88DA-33FBFDFAC65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625"/>
          <a:stretch/>
        </p:blipFill>
        <p:spPr>
          <a:xfrm>
            <a:off x="20" y="1"/>
            <a:ext cx="12191980" cy="6857999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C7A477EC-E415-4FB1-8869-37779E1ECC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63877"/>
            <a:ext cx="3494362" cy="493024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/>
            <a:r>
              <a:rPr lang="en-US" dirty="0">
                <a:solidFill>
                  <a:schemeClr val="bg1"/>
                </a:solidFill>
              </a:rPr>
              <a:t>Table of contents</a:t>
            </a:r>
          </a:p>
        </p:txBody>
      </p:sp>
      <p:sp>
        <p:nvSpPr>
          <p:cNvPr id="33" name="!!Line">
            <a:extLst>
              <a:ext uri="{FF2B5EF4-FFF2-40B4-BE49-F238E27FC236}">
                <a16:creationId xmlns:a16="http://schemas.microsoft.com/office/drawing/2014/main" id="{C9C56819-FD02-4626-ABF5-85C7463C99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40580" y="2057400"/>
            <a:ext cx="27432" cy="2743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kstvak 6">
            <a:extLst>
              <a:ext uri="{FF2B5EF4-FFF2-40B4-BE49-F238E27FC236}">
                <a16:creationId xmlns:a16="http://schemas.microsoft.com/office/drawing/2014/main" id="{D9FCD33E-A63B-4FB6-80A1-3A21D0C0E86B}"/>
              </a:ext>
            </a:extLst>
          </p:cNvPr>
          <p:cNvSpPr txBox="1"/>
          <p:nvPr/>
        </p:nvSpPr>
        <p:spPr>
          <a:xfrm>
            <a:off x="4976031" y="963877"/>
            <a:ext cx="6377769" cy="49302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5715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Project</a:t>
            </a:r>
          </a:p>
          <a:p>
            <a:pPr marL="5715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Motive</a:t>
            </a:r>
          </a:p>
          <a:p>
            <a:pPr marL="5715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Device description</a:t>
            </a:r>
          </a:p>
          <a:p>
            <a:pPr marL="5715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Mechanical design</a:t>
            </a:r>
          </a:p>
          <a:p>
            <a:pPr marL="5715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Discussion</a:t>
            </a:r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236F6DBF-40EC-4CD4-AC0D-4A090490C2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71516" y="6355080"/>
            <a:ext cx="782283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  <a:defRPr/>
            </a:pPr>
            <a:fld id="{BD8A8A1B-4E1E-43EF-8A39-7D4A3879B941}" type="slidenum">
              <a:rPr lang="en-US" sz="1050">
                <a:solidFill>
                  <a:prstClr val="white">
                    <a:alpha val="80000"/>
                  </a:prstClr>
                </a:solidFill>
                <a:latin typeface="Calibri" panose="020F0502020204030204"/>
              </a:rPr>
              <a:pPr>
                <a:spcAft>
                  <a:spcPts val="600"/>
                </a:spcAft>
                <a:defRPr/>
              </a:pPr>
              <a:t>2</a:t>
            </a:fld>
            <a:endParaRPr lang="en-US" sz="1050" dirty="0">
              <a:solidFill>
                <a:prstClr val="white">
                  <a:alpha val="80000"/>
                </a:prstClr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18234956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D3DCC11-6DA2-425D-BF04-772FE4E922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4117" y="342892"/>
            <a:ext cx="2323323" cy="897392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>
                <a:solidFill>
                  <a:srgbClr val="FFFFFF"/>
                </a:solidFill>
              </a:rPr>
              <a:t>Project</a:t>
            </a:r>
            <a:endParaRPr lang="en-US" sz="5400" dirty="0">
              <a:solidFill>
                <a:srgbClr val="FFFFFF"/>
              </a:solidFill>
            </a:endParaRPr>
          </a:p>
        </p:txBody>
      </p:sp>
      <p:pic>
        <p:nvPicPr>
          <p:cNvPr id="6" name="Tijdelijke aanduiding voor inhoud 5" descr="Afbeelding met tekst, elektronica, circuit&#10;&#10;Automatisch gegenereerde beschrijving">
            <a:extLst>
              <a:ext uri="{FF2B5EF4-FFF2-40B4-BE49-F238E27FC236}">
                <a16:creationId xmlns:a16="http://schemas.microsoft.com/office/drawing/2014/main" id="{8CA453C0-3040-4B42-A6C6-F3CCFF43368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605" r="-4" b="-4"/>
          <a:stretch/>
        </p:blipFill>
        <p:spPr>
          <a:xfrm>
            <a:off x="-3048" y="-2"/>
            <a:ext cx="12188941" cy="6857990"/>
          </a:xfrm>
          <a:prstGeom prst="rect">
            <a:avLst/>
          </a:prstGeom>
        </p:spPr>
      </p:pic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167B951E-2797-42A8-993D-B9F0BFC2B6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BD8A8A1B-4E1E-43EF-8A39-7D4A3879B941}" type="slidenum">
              <a:rPr lang="en-US">
                <a:solidFill>
                  <a:srgbClr val="FFFFFF"/>
                </a:solidFill>
              </a:rPr>
              <a:pPr>
                <a:spcAft>
                  <a:spcPts val="600"/>
                </a:spcAft>
              </a:pPr>
              <a:t>3</a:t>
            </a:fld>
            <a:endParaRPr lang="en-US" dirty="0">
              <a:solidFill>
                <a:srgbClr val="FFFFFF"/>
              </a:solidFill>
            </a:endParaRPr>
          </a:p>
        </p:txBody>
      </p:sp>
      <p:pic>
        <p:nvPicPr>
          <p:cNvPr id="10" name="Afbeelding 9">
            <a:extLst>
              <a:ext uri="{FF2B5EF4-FFF2-40B4-BE49-F238E27FC236}">
                <a16:creationId xmlns:a16="http://schemas.microsoft.com/office/drawing/2014/main" id="{242C5414-8CCF-49B6-8D43-4F4F796E35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5026" y="836762"/>
            <a:ext cx="4667250" cy="2505075"/>
          </a:xfrm>
          <a:prstGeom prst="rect">
            <a:avLst/>
          </a:prstGeom>
        </p:spPr>
      </p:pic>
      <p:sp>
        <p:nvSpPr>
          <p:cNvPr id="12" name="Tekstvak 11">
            <a:extLst>
              <a:ext uri="{FF2B5EF4-FFF2-40B4-BE49-F238E27FC236}">
                <a16:creationId xmlns:a16="http://schemas.microsoft.com/office/drawing/2014/main" id="{C29D30E1-58B4-4C32-94D6-FEA9FBD161C2}"/>
              </a:ext>
            </a:extLst>
          </p:cNvPr>
          <p:cNvSpPr txBox="1"/>
          <p:nvPr/>
        </p:nvSpPr>
        <p:spPr>
          <a:xfrm>
            <a:off x="360727" y="129868"/>
            <a:ext cx="3130472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BE" sz="8000" dirty="0">
                <a:solidFill>
                  <a:schemeClr val="bg1"/>
                </a:solidFill>
              </a:rPr>
              <a:t>Project</a:t>
            </a:r>
          </a:p>
        </p:txBody>
      </p:sp>
      <p:sp>
        <p:nvSpPr>
          <p:cNvPr id="14" name="Tekstvak 13">
            <a:extLst>
              <a:ext uri="{FF2B5EF4-FFF2-40B4-BE49-F238E27FC236}">
                <a16:creationId xmlns:a16="http://schemas.microsoft.com/office/drawing/2014/main" id="{6EEC20D6-916A-43F8-BB7D-BC728536D31F}"/>
              </a:ext>
            </a:extLst>
          </p:cNvPr>
          <p:cNvSpPr txBox="1"/>
          <p:nvPr/>
        </p:nvSpPr>
        <p:spPr>
          <a:xfrm>
            <a:off x="360727" y="1915283"/>
            <a:ext cx="4717125" cy="36009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3200" dirty="0">
                <a:solidFill>
                  <a:schemeClr val="bg1"/>
                </a:solidFill>
              </a:rPr>
              <a:t>Temperature</a:t>
            </a:r>
            <a:r>
              <a:rPr lang="nl-BE" sz="3200" dirty="0">
                <a:solidFill>
                  <a:schemeClr val="bg1"/>
                </a:solidFill>
              </a:rPr>
              <a:t> </a:t>
            </a:r>
            <a:r>
              <a:rPr lang="nl-BE" sz="3200" dirty="0" err="1">
                <a:solidFill>
                  <a:schemeClr val="bg1"/>
                </a:solidFill>
              </a:rPr>
              <a:t>regulation</a:t>
            </a:r>
            <a:endParaRPr lang="nl-BE" sz="3200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nl-BE" sz="3200" dirty="0">
                <a:solidFill>
                  <a:schemeClr val="bg1"/>
                </a:solidFill>
              </a:rPr>
              <a:t>OLED Display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nl-BE" sz="3200" dirty="0">
                <a:solidFill>
                  <a:schemeClr val="bg1"/>
                </a:solidFill>
              </a:rPr>
              <a:t>50°C – 450°C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nl-BE" sz="3200" dirty="0">
                <a:solidFill>
                  <a:schemeClr val="bg1"/>
                </a:solidFill>
              </a:rPr>
              <a:t>Accurate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nl-BE" sz="3200" dirty="0">
                <a:solidFill>
                  <a:schemeClr val="bg1"/>
                </a:solidFill>
              </a:rPr>
              <a:t>Data </a:t>
            </a:r>
            <a:r>
              <a:rPr lang="nl-BE" sz="3200" dirty="0" err="1">
                <a:solidFill>
                  <a:schemeClr val="bg1"/>
                </a:solidFill>
              </a:rPr>
              <a:t>logging</a:t>
            </a:r>
            <a:endParaRPr lang="nl-BE" sz="3200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nl-BE" sz="3200" dirty="0" err="1">
                <a:solidFill>
                  <a:schemeClr val="bg1"/>
                </a:solidFill>
              </a:rPr>
              <a:t>Exchangable</a:t>
            </a:r>
            <a:r>
              <a:rPr lang="nl-BE" sz="3200" dirty="0">
                <a:solidFill>
                  <a:schemeClr val="bg1"/>
                </a:solidFill>
              </a:rPr>
              <a:t> soldering tip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nl-BE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nl-BE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7337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Tijdelijke aanduiding voor inhoud 11" descr="Afbeelding met tekst, elektronica, circuit&#10;&#10;Automatisch gegenereerde beschrijving">
            <a:extLst>
              <a:ext uri="{FF2B5EF4-FFF2-40B4-BE49-F238E27FC236}">
                <a16:creationId xmlns:a16="http://schemas.microsoft.com/office/drawing/2014/main" id="{BC2D9A50-5557-4A4E-9C40-9AA0F5BBF59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1503" b="-6"/>
          <a:stretch/>
        </p:blipFill>
        <p:spPr>
          <a:xfrm>
            <a:off x="4117521" y="9341"/>
            <a:ext cx="8074479" cy="6857990"/>
          </a:xfrm>
          <a:prstGeom prst="rect">
            <a:avLst/>
          </a:prstGeom>
        </p:spPr>
      </p:pic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8F23F8A3-8FD7-4779-8323-FDC26BE998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0" y="-478"/>
            <a:ext cx="7859800" cy="6858478"/>
          </a:xfrm>
          <a:custGeom>
            <a:avLst/>
            <a:gdLst>
              <a:gd name="connsiteX0" fmla="*/ 7859800 w 7859800"/>
              <a:gd name="connsiteY0" fmla="*/ 6858478 h 6858478"/>
              <a:gd name="connsiteX1" fmla="*/ 435245 w 7859800"/>
              <a:gd name="connsiteY1" fmla="*/ 6858478 h 6858478"/>
              <a:gd name="connsiteX2" fmla="*/ 435505 w 7859800"/>
              <a:gd name="connsiteY2" fmla="*/ 6857916 h 6858478"/>
              <a:gd name="connsiteX3" fmla="*/ 0 w 7859800"/>
              <a:gd name="connsiteY3" fmla="*/ 6857916 h 6858478"/>
              <a:gd name="connsiteX4" fmla="*/ 0 w 7859800"/>
              <a:gd name="connsiteY4" fmla="*/ 0 h 6858478"/>
              <a:gd name="connsiteX5" fmla="*/ 3611620 w 7859800"/>
              <a:gd name="connsiteY5" fmla="*/ 0 h 6858478"/>
              <a:gd name="connsiteX6" fmla="*/ 4677848 w 7859800"/>
              <a:gd name="connsiteY6" fmla="*/ 0 h 6858478"/>
              <a:gd name="connsiteX7" fmla="*/ 4683425 w 7859800"/>
              <a:gd name="connsiteY7" fmla="*/ 0 h 68584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859800" h="6858478">
                <a:moveTo>
                  <a:pt x="7859800" y="6858478"/>
                </a:moveTo>
                <a:lnTo>
                  <a:pt x="435245" y="6858478"/>
                </a:lnTo>
                <a:lnTo>
                  <a:pt x="435505" y="6857916"/>
                </a:lnTo>
                <a:lnTo>
                  <a:pt x="0" y="6857916"/>
                </a:lnTo>
                <a:lnTo>
                  <a:pt x="0" y="0"/>
                </a:lnTo>
                <a:lnTo>
                  <a:pt x="3611620" y="0"/>
                </a:lnTo>
                <a:lnTo>
                  <a:pt x="4677848" y="0"/>
                </a:lnTo>
                <a:lnTo>
                  <a:pt x="4683425" y="0"/>
                </a:lnTo>
                <a:close/>
              </a:path>
            </a:pathLst>
          </a:custGeom>
          <a:solidFill>
            <a:schemeClr val="bg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F605C4CC-A25C-416F-8333-7CB7DC97D8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0" y="-478"/>
            <a:ext cx="7431174" cy="6858478"/>
          </a:xfrm>
          <a:custGeom>
            <a:avLst/>
            <a:gdLst>
              <a:gd name="connsiteX0" fmla="*/ 7431174 w 7431174"/>
              <a:gd name="connsiteY0" fmla="*/ 6858478 h 6858478"/>
              <a:gd name="connsiteX1" fmla="*/ 6619 w 7431174"/>
              <a:gd name="connsiteY1" fmla="*/ 6858478 h 6858478"/>
              <a:gd name="connsiteX2" fmla="*/ 6879 w 7431174"/>
              <a:gd name="connsiteY2" fmla="*/ 6857916 h 6858478"/>
              <a:gd name="connsiteX3" fmla="*/ 0 w 7431174"/>
              <a:gd name="connsiteY3" fmla="*/ 6857916 h 6858478"/>
              <a:gd name="connsiteX4" fmla="*/ 0 w 7431174"/>
              <a:gd name="connsiteY4" fmla="*/ 0 h 6858478"/>
              <a:gd name="connsiteX5" fmla="*/ 3182994 w 7431174"/>
              <a:gd name="connsiteY5" fmla="*/ 0 h 6858478"/>
              <a:gd name="connsiteX6" fmla="*/ 4249222 w 7431174"/>
              <a:gd name="connsiteY6" fmla="*/ 0 h 6858478"/>
              <a:gd name="connsiteX7" fmla="*/ 4254799 w 7431174"/>
              <a:gd name="connsiteY7" fmla="*/ 0 h 68584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431174" h="6858478">
                <a:moveTo>
                  <a:pt x="7431174" y="6858478"/>
                </a:moveTo>
                <a:lnTo>
                  <a:pt x="6619" y="6858478"/>
                </a:lnTo>
                <a:lnTo>
                  <a:pt x="6879" y="6857916"/>
                </a:lnTo>
                <a:lnTo>
                  <a:pt x="0" y="6857916"/>
                </a:lnTo>
                <a:lnTo>
                  <a:pt x="0" y="0"/>
                </a:lnTo>
                <a:lnTo>
                  <a:pt x="3182994" y="0"/>
                </a:lnTo>
                <a:lnTo>
                  <a:pt x="4249222" y="0"/>
                </a:lnTo>
                <a:lnTo>
                  <a:pt x="4254799" y="0"/>
                </a:lnTo>
                <a:close/>
              </a:path>
            </a:pathLst>
          </a:cu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05790CEB-4B33-4E03-AFD0-A676FCB2C3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365125"/>
            <a:ext cx="5266155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7200" dirty="0"/>
              <a:t>Motive</a:t>
            </a:r>
          </a:p>
        </p:txBody>
      </p:sp>
      <p:sp>
        <p:nvSpPr>
          <p:cNvPr id="7" name="Tekstvak 6">
            <a:extLst>
              <a:ext uri="{FF2B5EF4-FFF2-40B4-BE49-F238E27FC236}">
                <a16:creationId xmlns:a16="http://schemas.microsoft.com/office/drawing/2014/main" id="{178B244E-B012-4401-805F-CDC231E803D0}"/>
              </a:ext>
            </a:extLst>
          </p:cNvPr>
          <p:cNvSpPr txBox="1"/>
          <p:nvPr/>
        </p:nvSpPr>
        <p:spPr>
          <a:xfrm>
            <a:off x="804672" y="2022601"/>
            <a:ext cx="3941499" cy="41543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3600" dirty="0"/>
              <a:t>Important tool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3600" dirty="0" err="1"/>
              <a:t>Persue</a:t>
            </a:r>
            <a:r>
              <a:rPr lang="en-US" sz="3600" dirty="0"/>
              <a:t> electronics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3600" dirty="0"/>
              <a:t>Learn</a:t>
            </a:r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C1C0E885-45D1-4730-ABF9-D031F55D70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93173" y="6347961"/>
            <a:ext cx="758952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  <a:defRPr/>
            </a:pPr>
            <a:fld id="{BD8A8A1B-4E1E-43EF-8A39-7D4A3879B941}" type="slidenum">
              <a:rPr lang="en-US">
                <a:solidFill>
                  <a:srgbClr val="FFFFFF">
                    <a:alpha val="80000"/>
                  </a:srgbClr>
                </a:solidFill>
                <a:latin typeface="Calibri" panose="020F0502020204030204"/>
              </a:rPr>
              <a:pPr>
                <a:spcAft>
                  <a:spcPts val="600"/>
                </a:spcAft>
                <a:defRPr/>
              </a:pPr>
              <a:t>4</a:t>
            </a:fld>
            <a:endParaRPr lang="en-US" dirty="0">
              <a:solidFill>
                <a:srgbClr val="FFFFFF">
                  <a:alpha val="80000"/>
                </a:srgbClr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186764378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7CA0DAA6-33B8-4A25-810D-2F4D816FB4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4972594" cy="68580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D87874BE-95D3-47F6-9C01-7EB605A563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557" y="2723547"/>
            <a:ext cx="3377183" cy="1410906"/>
          </a:xfrm>
          <a:noFill/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Device description</a:t>
            </a:r>
          </a:p>
        </p:txBody>
      </p:sp>
      <p:pic>
        <p:nvPicPr>
          <p:cNvPr id="6" name="Tijdelijke aanduiding voor inhoud 5" descr="Afbeelding met tekst, elektronica, circuit&#10;&#10;Automatisch gegenereerde beschrijving">
            <a:extLst>
              <a:ext uri="{FF2B5EF4-FFF2-40B4-BE49-F238E27FC236}">
                <a16:creationId xmlns:a16="http://schemas.microsoft.com/office/drawing/2014/main" id="{12BF1FA3-AC39-4A79-94BB-76FF36C061B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6722" b="-6"/>
          <a:stretch/>
        </p:blipFill>
        <p:spPr>
          <a:xfrm>
            <a:off x="4654297" y="0"/>
            <a:ext cx="7537704" cy="6857990"/>
          </a:xfrm>
          <a:prstGeom prst="rect">
            <a:avLst/>
          </a:prstGeom>
        </p:spPr>
      </p:pic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85909CB6-824C-48FC-9477-53408B4CF2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26476" y="6356350"/>
            <a:ext cx="625443" cy="365125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  <a:defRPr/>
            </a:pPr>
            <a:fld id="{BD8A8A1B-4E1E-43EF-8A39-7D4A3879B941}" type="slidenum">
              <a:rPr lang="en-US">
                <a:solidFill>
                  <a:srgbClr val="FFFFFF"/>
                </a:solidFill>
                <a:latin typeface="Calibri" panose="020F0502020204030204"/>
              </a:rPr>
              <a:pPr>
                <a:spcAft>
                  <a:spcPts val="600"/>
                </a:spcAft>
                <a:defRPr/>
              </a:pPr>
              <a:t>5</a:t>
            </a:fld>
            <a:endParaRPr lang="en-US" dirty="0">
              <a:solidFill>
                <a:srgbClr val="FFFFFF"/>
              </a:solidFill>
              <a:latin typeface="Calibri" panose="020F0502020204030204"/>
            </a:endParaRPr>
          </a:p>
        </p:txBody>
      </p:sp>
      <p:pic>
        <p:nvPicPr>
          <p:cNvPr id="9" name="Afbeelding 8">
            <a:extLst>
              <a:ext uri="{FF2B5EF4-FFF2-40B4-BE49-F238E27FC236}">
                <a16:creationId xmlns:a16="http://schemas.microsoft.com/office/drawing/2014/main" id="{24C234C0-099B-4820-97C9-B944E7CDDD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63418" y="924155"/>
            <a:ext cx="2354852" cy="2354852"/>
          </a:xfrm>
          <a:prstGeom prst="rect">
            <a:avLst/>
          </a:prstGeom>
        </p:spPr>
      </p:pic>
      <p:sp>
        <p:nvSpPr>
          <p:cNvPr id="10" name="Tekstvak 9">
            <a:extLst>
              <a:ext uri="{FF2B5EF4-FFF2-40B4-BE49-F238E27FC236}">
                <a16:creationId xmlns:a16="http://schemas.microsoft.com/office/drawing/2014/main" id="{A8F62985-2D6C-4765-B41A-A0C61AF88E2D}"/>
              </a:ext>
            </a:extLst>
          </p:cNvPr>
          <p:cNvSpPr txBox="1"/>
          <p:nvPr/>
        </p:nvSpPr>
        <p:spPr>
          <a:xfrm>
            <a:off x="4859622" y="178623"/>
            <a:ext cx="393120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BE" sz="2400" u="sng" dirty="0">
                <a:solidFill>
                  <a:schemeClr val="bg1"/>
                </a:solidFill>
              </a:rPr>
              <a:t>ATMEGA32U4 microcontroller</a:t>
            </a:r>
          </a:p>
        </p:txBody>
      </p:sp>
      <p:sp>
        <p:nvSpPr>
          <p:cNvPr id="12" name="Tekstvak 11">
            <a:extLst>
              <a:ext uri="{FF2B5EF4-FFF2-40B4-BE49-F238E27FC236}">
                <a16:creationId xmlns:a16="http://schemas.microsoft.com/office/drawing/2014/main" id="{0A1F84B0-503C-43B6-AAB1-6F269ADDBB4F}"/>
              </a:ext>
            </a:extLst>
          </p:cNvPr>
          <p:cNvSpPr txBox="1"/>
          <p:nvPr/>
        </p:nvSpPr>
        <p:spPr>
          <a:xfrm>
            <a:off x="4972594" y="924155"/>
            <a:ext cx="4529830" cy="30469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nl-BE" sz="3200" dirty="0">
                <a:solidFill>
                  <a:schemeClr val="bg1"/>
                </a:solidFill>
              </a:rPr>
              <a:t>Reads input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3200" dirty="0">
                <a:solidFill>
                  <a:schemeClr val="bg1"/>
                </a:solidFill>
              </a:rPr>
              <a:t>Pulse</a:t>
            </a:r>
            <a:r>
              <a:rPr lang="nl-BE" sz="3200" dirty="0">
                <a:solidFill>
                  <a:schemeClr val="bg1"/>
                </a:solidFill>
              </a:rPr>
              <a:t> </a:t>
            </a:r>
            <a:r>
              <a:rPr lang="nl-BE" sz="3200" dirty="0" err="1">
                <a:solidFill>
                  <a:schemeClr val="bg1"/>
                </a:solidFill>
              </a:rPr>
              <a:t>Width</a:t>
            </a:r>
            <a:r>
              <a:rPr lang="nl-BE" sz="3200" dirty="0">
                <a:solidFill>
                  <a:schemeClr val="bg1"/>
                </a:solidFill>
              </a:rPr>
              <a:t> </a:t>
            </a:r>
            <a:r>
              <a:rPr lang="nl-BE" sz="3200" dirty="0" err="1">
                <a:solidFill>
                  <a:schemeClr val="bg1"/>
                </a:solidFill>
              </a:rPr>
              <a:t>Modulation</a:t>
            </a:r>
            <a:endParaRPr lang="nl-BE" sz="3200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nl-BE" sz="3200" dirty="0" err="1">
                <a:solidFill>
                  <a:schemeClr val="bg1"/>
                </a:solidFill>
              </a:rPr>
              <a:t>Regulates</a:t>
            </a:r>
            <a:r>
              <a:rPr lang="nl-BE" sz="3200" dirty="0">
                <a:solidFill>
                  <a:schemeClr val="bg1"/>
                </a:solidFill>
              </a:rPr>
              <a:t> </a:t>
            </a:r>
            <a:r>
              <a:rPr lang="nl-BE" sz="3200" dirty="0" err="1">
                <a:solidFill>
                  <a:schemeClr val="bg1"/>
                </a:solidFill>
              </a:rPr>
              <a:t>temperature</a:t>
            </a:r>
            <a:endParaRPr lang="nl-BE" sz="3200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nl-BE" sz="3200" dirty="0" err="1">
                <a:solidFill>
                  <a:schemeClr val="bg1"/>
                </a:solidFill>
              </a:rPr>
              <a:t>Average</a:t>
            </a:r>
            <a:r>
              <a:rPr lang="nl-BE" sz="3200" dirty="0">
                <a:solidFill>
                  <a:schemeClr val="bg1"/>
                </a:solidFill>
              </a:rPr>
              <a:t> output </a:t>
            </a:r>
            <a:r>
              <a:rPr lang="nl-BE" sz="3200" dirty="0" err="1">
                <a:solidFill>
                  <a:schemeClr val="bg1"/>
                </a:solidFill>
              </a:rPr>
              <a:t>value</a:t>
            </a:r>
            <a:endParaRPr lang="nl-BE" sz="3200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nl-BE" sz="3200" dirty="0">
                <a:solidFill>
                  <a:schemeClr val="bg1"/>
                </a:solidFill>
              </a:rPr>
              <a:t>Transistor gate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nl-BE" sz="3200" dirty="0">
                <a:solidFill>
                  <a:schemeClr val="bg1"/>
                </a:solidFill>
              </a:rPr>
              <a:t>12V</a:t>
            </a:r>
          </a:p>
        </p:txBody>
      </p:sp>
      <p:pic>
        <p:nvPicPr>
          <p:cNvPr id="13" name="Afbeelding 12">
            <a:extLst>
              <a:ext uri="{FF2B5EF4-FFF2-40B4-BE49-F238E27FC236}">
                <a16:creationId xmlns:a16="http://schemas.microsoft.com/office/drawing/2014/main" id="{FD0E2261-7BDE-465F-8BCA-9709E679B34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61795" y="3863108"/>
            <a:ext cx="1490805" cy="26758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77539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Tijdelijke aanduiding voor inhoud 5" descr="Afbeelding met tekst, elektronica, circuit&#10;&#10;Automatisch gegenereerde beschrijving">
            <a:extLst>
              <a:ext uri="{FF2B5EF4-FFF2-40B4-BE49-F238E27FC236}">
                <a16:creationId xmlns:a16="http://schemas.microsoft.com/office/drawing/2014/main" id="{9AFAC256-C248-4551-87D8-2B8CB3014B8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091" r="14906" b="3"/>
          <a:stretch/>
        </p:blipFill>
        <p:spPr>
          <a:xfrm>
            <a:off x="2538192" y="7911"/>
            <a:ext cx="9629274" cy="6857999"/>
          </a:xfrm>
          <a:prstGeom prst="rect">
            <a:avLst/>
          </a:prstGeom>
        </p:spPr>
      </p:pic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D928DD85-BB99-450D-A702-2683E02962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478"/>
            <a:ext cx="6820929" cy="6858478"/>
          </a:xfrm>
          <a:custGeom>
            <a:avLst/>
            <a:gdLst>
              <a:gd name="connsiteX0" fmla="*/ 0 w 6754318"/>
              <a:gd name="connsiteY0" fmla="*/ 6858478 h 6858478"/>
              <a:gd name="connsiteX1" fmla="*/ 6754318 w 6754318"/>
              <a:gd name="connsiteY1" fmla="*/ 6858478 h 6858478"/>
              <a:gd name="connsiteX2" fmla="*/ 3577943 w 6754318"/>
              <a:gd name="connsiteY2" fmla="*/ 0 h 6858478"/>
              <a:gd name="connsiteX3" fmla="*/ 3572366 w 6754318"/>
              <a:gd name="connsiteY3" fmla="*/ 0 h 6858478"/>
              <a:gd name="connsiteX4" fmla="*/ 2506138 w 6754318"/>
              <a:gd name="connsiteY4" fmla="*/ 0 h 6858478"/>
              <a:gd name="connsiteX5" fmla="*/ 0 w 6754318"/>
              <a:gd name="connsiteY5" fmla="*/ 0 h 68584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754318" h="6858478">
                <a:moveTo>
                  <a:pt x="0" y="6858478"/>
                </a:moveTo>
                <a:lnTo>
                  <a:pt x="6754318" y="6858478"/>
                </a:lnTo>
                <a:lnTo>
                  <a:pt x="3577943" y="0"/>
                </a:lnTo>
                <a:lnTo>
                  <a:pt x="3572366" y="0"/>
                </a:lnTo>
                <a:lnTo>
                  <a:pt x="2506138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240E5BD2-4019-4012-A1AA-628900E659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478"/>
            <a:ext cx="6012496" cy="6858478"/>
          </a:xfrm>
          <a:custGeom>
            <a:avLst/>
            <a:gdLst>
              <a:gd name="connsiteX0" fmla="*/ 0 w 5953780"/>
              <a:gd name="connsiteY0" fmla="*/ 6858478 h 6858478"/>
              <a:gd name="connsiteX1" fmla="*/ 5953780 w 5953780"/>
              <a:gd name="connsiteY1" fmla="*/ 6858478 h 6858478"/>
              <a:gd name="connsiteX2" fmla="*/ 2777405 w 5953780"/>
              <a:gd name="connsiteY2" fmla="*/ 0 h 6858478"/>
              <a:gd name="connsiteX3" fmla="*/ 2771828 w 5953780"/>
              <a:gd name="connsiteY3" fmla="*/ 0 h 6858478"/>
              <a:gd name="connsiteX4" fmla="*/ 1705600 w 5953780"/>
              <a:gd name="connsiteY4" fmla="*/ 0 h 6858478"/>
              <a:gd name="connsiteX5" fmla="*/ 0 w 5953780"/>
              <a:gd name="connsiteY5" fmla="*/ 0 h 68584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953780" h="6858478">
                <a:moveTo>
                  <a:pt x="0" y="6858478"/>
                </a:moveTo>
                <a:lnTo>
                  <a:pt x="5953780" y="6858478"/>
                </a:lnTo>
                <a:lnTo>
                  <a:pt x="2777405" y="0"/>
                </a:lnTo>
                <a:lnTo>
                  <a:pt x="2771828" y="0"/>
                </a:lnTo>
                <a:lnTo>
                  <a:pt x="170560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A19F1FFE-0DC1-4966-912A-24CF15BFD9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4042611"/>
            <a:ext cx="3879232" cy="2177215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5000" dirty="0"/>
              <a:t>Device description</a:t>
            </a:r>
            <a:br>
              <a:rPr lang="en-US" sz="5000" dirty="0"/>
            </a:br>
            <a:endParaRPr lang="en-US" sz="5000" dirty="0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207CA76F-571B-48C3-9109-0888F34022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96600" y="6356350"/>
            <a:ext cx="457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  <a:defRPr/>
            </a:pPr>
            <a:fld id="{BD8A8A1B-4E1E-43EF-8A39-7D4A3879B941}" type="slidenum">
              <a:rPr lang="en-US">
                <a:solidFill>
                  <a:srgbClr val="FFFFFF"/>
                </a:solidFill>
                <a:latin typeface="Calibri" panose="020F0502020204030204"/>
              </a:rPr>
              <a:pPr>
                <a:spcAft>
                  <a:spcPts val="600"/>
                </a:spcAft>
                <a:defRPr/>
              </a:pPr>
              <a:t>6</a:t>
            </a:fld>
            <a:endParaRPr lang="en-US">
              <a:solidFill>
                <a:srgbClr val="FFFFFF"/>
              </a:solidFill>
              <a:latin typeface="Calibri" panose="020F0502020204030204"/>
            </a:endParaRPr>
          </a:p>
        </p:txBody>
      </p:sp>
      <p:pic>
        <p:nvPicPr>
          <p:cNvPr id="7" name="Afbeelding 6">
            <a:extLst>
              <a:ext uri="{FF2B5EF4-FFF2-40B4-BE49-F238E27FC236}">
                <a16:creationId xmlns:a16="http://schemas.microsoft.com/office/drawing/2014/main" id="{E8F3DDE0-6EB4-4484-A8F0-D4705A09C3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5044" y="749441"/>
            <a:ext cx="2330423" cy="2263839"/>
          </a:xfrm>
          <a:prstGeom prst="rect">
            <a:avLst/>
          </a:prstGeom>
        </p:spPr>
      </p:pic>
      <p:sp>
        <p:nvSpPr>
          <p:cNvPr id="8" name="Tekstvak 7">
            <a:extLst>
              <a:ext uri="{FF2B5EF4-FFF2-40B4-BE49-F238E27FC236}">
                <a16:creationId xmlns:a16="http://schemas.microsoft.com/office/drawing/2014/main" id="{10D7CEAC-94CA-4FFC-B8EB-100648169CD6}"/>
              </a:ext>
            </a:extLst>
          </p:cNvPr>
          <p:cNvSpPr txBox="1"/>
          <p:nvPr/>
        </p:nvSpPr>
        <p:spPr>
          <a:xfrm>
            <a:off x="5132307" y="180779"/>
            <a:ext cx="297799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BE" sz="4000" u="sng" dirty="0"/>
              <a:t>Power </a:t>
            </a:r>
            <a:r>
              <a:rPr lang="nl-BE" sz="4000" u="sng" dirty="0" err="1"/>
              <a:t>supply</a:t>
            </a:r>
            <a:endParaRPr lang="nl-BE" sz="4000" u="sng" dirty="0"/>
          </a:p>
        </p:txBody>
      </p:sp>
      <p:sp>
        <p:nvSpPr>
          <p:cNvPr id="9" name="Tekstvak 8">
            <a:extLst>
              <a:ext uri="{FF2B5EF4-FFF2-40B4-BE49-F238E27FC236}">
                <a16:creationId xmlns:a16="http://schemas.microsoft.com/office/drawing/2014/main" id="{CD1FE14A-C9E0-4A55-8295-9B0B8A6563C8}"/>
              </a:ext>
            </a:extLst>
          </p:cNvPr>
          <p:cNvSpPr txBox="1"/>
          <p:nvPr/>
        </p:nvSpPr>
        <p:spPr>
          <a:xfrm>
            <a:off x="5715294" y="1281197"/>
            <a:ext cx="1834477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nl-BE" dirty="0"/>
              <a:t>220V AC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nl-BE" dirty="0"/>
              <a:t>12V DC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nl-BE" dirty="0"/>
              <a:t>Cut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nl-BE" dirty="0"/>
              <a:t>Terminal block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nl-BE" dirty="0"/>
              <a:t>Easy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nl-BE" dirty="0" err="1"/>
              <a:t>One</a:t>
            </a:r>
            <a:r>
              <a:rPr lang="nl-BE" dirty="0"/>
              <a:t> </a:t>
            </a:r>
            <a:r>
              <a:rPr lang="nl-BE" dirty="0" err="1"/>
              <a:t>use</a:t>
            </a:r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247102858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C5E6CFF1-2F42-4E10-9A97-F116F46F53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Tijdelijke aanduiding voor inhoud 5" descr="Afbeelding met tekst, elektronica, circuit&#10;&#10;Automatisch gegenereerde beschrijving">
            <a:extLst>
              <a:ext uri="{FF2B5EF4-FFF2-40B4-BE49-F238E27FC236}">
                <a16:creationId xmlns:a16="http://schemas.microsoft.com/office/drawing/2014/main" id="{ADEF3A5B-DE6A-426A-B3E9-8B947F2C507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625"/>
          <a:stretch/>
        </p:blipFill>
        <p:spPr>
          <a:xfrm>
            <a:off x="20" y="1"/>
            <a:ext cx="12191980" cy="6857999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95299F15-8359-4679-AFD9-12DD98CE2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1065862"/>
            <a:ext cx="3313164" cy="4726276"/>
          </a:xfrm>
        </p:spPr>
        <p:txBody>
          <a:bodyPr>
            <a:normAutofit/>
          </a:bodyPr>
          <a:lstStyle/>
          <a:p>
            <a:pPr algn="r"/>
            <a:r>
              <a:rPr lang="nl-BE" sz="4000">
                <a:solidFill>
                  <a:srgbClr val="FFFFFF"/>
                </a:solidFill>
              </a:rPr>
              <a:t>Mechanical design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67182200-4859-4C8D-BCBB-55B245C28B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3372" y="2286000"/>
            <a:ext cx="0" cy="2286000"/>
          </a:xfrm>
          <a:prstGeom prst="line">
            <a:avLst/>
          </a:prstGeom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Tijdelijke aanduiding voor inhoud 7">
            <a:extLst>
              <a:ext uri="{FF2B5EF4-FFF2-40B4-BE49-F238E27FC236}">
                <a16:creationId xmlns:a16="http://schemas.microsoft.com/office/drawing/2014/main" id="{06AAECDD-1A77-43F3-BFC9-92D168CF67E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55380" y="348858"/>
            <a:ext cx="5808087" cy="6092670"/>
          </a:xfrm>
        </p:spPr>
      </p:pic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402D7D49-9A63-45FB-BF56-7609C24B05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53254" y="6356350"/>
            <a:ext cx="900545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BD8A8A1B-4E1E-43EF-8A39-7D4A3879B941}" type="slidenum">
              <a:rPr lang="en-US">
                <a:solidFill>
                  <a:srgbClr val="FFFFFF"/>
                </a:solidFill>
              </a:rPr>
              <a:pPr>
                <a:spcAft>
                  <a:spcPts val="600"/>
                </a:spcAft>
              </a:pPr>
              <a:t>7</a:t>
            </a:fld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1984483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9228552E-C8B1-4A80-8448-0787CE0FC7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Tijdelijke aanduiding voor inhoud 5" descr="Afbeelding met tekst, elektronica, circuit&#10;&#10;Automatisch gegenereerde beschrijving">
            <a:extLst>
              <a:ext uri="{FF2B5EF4-FFF2-40B4-BE49-F238E27FC236}">
                <a16:creationId xmlns:a16="http://schemas.microsoft.com/office/drawing/2014/main" id="{E5ECECD1-4E60-49AE-9971-72B407E8487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625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2EE0C939-5D91-4A75-88BB-4024732E13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nl-BE" dirty="0" err="1">
                <a:solidFill>
                  <a:srgbClr val="FFFFFF"/>
                </a:solidFill>
              </a:rPr>
              <a:t>Mechanical</a:t>
            </a:r>
            <a:r>
              <a:rPr lang="nl-BE" dirty="0">
                <a:solidFill>
                  <a:srgbClr val="FFFFFF"/>
                </a:solidFill>
              </a:rPr>
              <a:t> design</a:t>
            </a:r>
            <a:br>
              <a:rPr lang="nl-BE" dirty="0">
                <a:solidFill>
                  <a:srgbClr val="FFFFFF"/>
                </a:solidFill>
              </a:rPr>
            </a:br>
            <a:endParaRPr lang="nl-BE" dirty="0">
              <a:solidFill>
                <a:srgbClr val="FFFFFF"/>
              </a:solidFill>
            </a:endParaRPr>
          </a:p>
        </p:txBody>
      </p:sp>
      <p:pic>
        <p:nvPicPr>
          <p:cNvPr id="8" name="Tijdelijke aanduiding voor inhoud 7" descr="Afbeelding met tekst, computer, elektronica&#10;&#10;Automatisch gegenereerde beschrijving">
            <a:extLst>
              <a:ext uri="{FF2B5EF4-FFF2-40B4-BE49-F238E27FC236}">
                <a16:creationId xmlns:a16="http://schemas.microsoft.com/office/drawing/2014/main" id="{A11F4A73-092A-42D6-8DB3-31F263ED6B7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043780"/>
            <a:ext cx="10283890" cy="5784689"/>
          </a:xfrm>
        </p:spPr>
      </p:pic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70BF9C27-C865-4273-AB16-C197FD7D6D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BD8A8A1B-4E1E-43EF-8A39-7D4A3879B941}" type="slidenum">
              <a:rPr lang="en-US">
                <a:solidFill>
                  <a:srgbClr val="FFFFFF"/>
                </a:solidFill>
              </a:rPr>
              <a:pPr>
                <a:spcAft>
                  <a:spcPts val="600"/>
                </a:spcAft>
              </a:pPr>
              <a:t>8</a:t>
            </a:fld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4173951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8F90786E-B72D-4C32-BDCE-A170B00782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E46F2E7-848F-4A6C-A098-4764FDEA77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" name="Tijdelijke aanduiding voor inhoud 5" descr="Afbeelding met tekst, elektronica, circuit&#10;&#10;Automatisch gegenereerde beschrijving">
            <a:extLst>
              <a:ext uri="{FF2B5EF4-FFF2-40B4-BE49-F238E27FC236}">
                <a16:creationId xmlns:a16="http://schemas.microsoft.com/office/drawing/2014/main" id="{C839B8E0-4EF4-4226-9841-519CFFA6794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alphaModFix amt="6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625"/>
          <a:stretch/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p:sp>
        <p:nvSpPr>
          <p:cNvPr id="8" name="Tekstvak 7">
            <a:extLst>
              <a:ext uri="{FF2B5EF4-FFF2-40B4-BE49-F238E27FC236}">
                <a16:creationId xmlns:a16="http://schemas.microsoft.com/office/drawing/2014/main" id="{4781B172-E087-4FDE-A628-54906A4753C4}"/>
              </a:ext>
            </a:extLst>
          </p:cNvPr>
          <p:cNvSpPr txBox="1"/>
          <p:nvPr/>
        </p:nvSpPr>
        <p:spPr>
          <a:xfrm>
            <a:off x="515373" y="396444"/>
            <a:ext cx="5155261" cy="407204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4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Discussion</a:t>
            </a:r>
          </a:p>
        </p:txBody>
      </p:sp>
      <p:sp>
        <p:nvSpPr>
          <p:cNvPr id="9" name="Tekstvak 8">
            <a:extLst>
              <a:ext uri="{FF2B5EF4-FFF2-40B4-BE49-F238E27FC236}">
                <a16:creationId xmlns:a16="http://schemas.microsoft.com/office/drawing/2014/main" id="{78EBEEF8-AB6A-48BC-A3BA-598F1EB5A29F}"/>
              </a:ext>
            </a:extLst>
          </p:cNvPr>
          <p:cNvSpPr txBox="1"/>
          <p:nvPr/>
        </p:nvSpPr>
        <p:spPr>
          <a:xfrm>
            <a:off x="515373" y="1830957"/>
            <a:ext cx="5170861" cy="40720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FFFFFF"/>
                </a:solidFill>
              </a:rPr>
              <a:t>Ordering components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FFFFFF"/>
                </a:solidFill>
              </a:rPr>
              <a:t>Specific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FFFFFF"/>
                </a:solidFill>
              </a:rPr>
              <a:t>Could’ve gone better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FFFFFF"/>
                </a:solidFill>
              </a:rPr>
              <a:t>Good first project</a:t>
            </a:r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DDA06903-3CF2-4B8D-95DF-FC300C1D62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  <a:defRPr/>
            </a:pPr>
            <a:fld id="{BD8A8A1B-4E1E-43EF-8A39-7D4A3879B941}" type="slidenum">
              <a:rPr lang="en-US">
                <a:solidFill>
                  <a:srgbClr val="FFFFFF"/>
                </a:solidFill>
                <a:latin typeface="Calibri" panose="020F0502020204030204"/>
              </a:rPr>
              <a:pPr>
                <a:spcAft>
                  <a:spcPts val="600"/>
                </a:spcAft>
                <a:defRPr/>
              </a:pPr>
              <a:t>9</a:t>
            </a:fld>
            <a:endParaRPr lang="en-US">
              <a:solidFill>
                <a:srgbClr val="FFFFFF"/>
              </a:solidFill>
              <a:latin typeface="Calibri" panose="020F0502020204030204"/>
            </a:endParaRPr>
          </a:p>
        </p:txBody>
      </p:sp>
      <p:pic>
        <p:nvPicPr>
          <p:cNvPr id="12" name="Afbeelding 11" descr="Afbeelding met tekst, elektronica, circuit&#10;&#10;Automatisch gegenereerde beschrijving">
            <a:extLst>
              <a:ext uri="{FF2B5EF4-FFF2-40B4-BE49-F238E27FC236}">
                <a16:creationId xmlns:a16="http://schemas.microsoft.com/office/drawing/2014/main" id="{D360B6C0-DEF2-4393-9639-2D11593B927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52057" y="571760"/>
            <a:ext cx="4117085" cy="54894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43917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Tijdelijke aanduiding voor inhoud 5" descr="Afbeelding met tekst, elektronica, circuit&#10;&#10;Automatisch gegenereerde beschrijving">
            <a:extLst>
              <a:ext uri="{FF2B5EF4-FFF2-40B4-BE49-F238E27FC236}">
                <a16:creationId xmlns:a16="http://schemas.microsoft.com/office/drawing/2014/main" id="{6E479C57-2267-4F7D-A253-D9E99247B00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091" r="14906" b="3"/>
          <a:stretch/>
        </p:blipFill>
        <p:spPr>
          <a:xfrm>
            <a:off x="2562726" y="1"/>
            <a:ext cx="9629274" cy="6857999"/>
          </a:xfrm>
          <a:prstGeom prst="rect">
            <a:avLst/>
          </a:prstGeom>
        </p:spPr>
      </p:pic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D928DD85-BB99-450D-A702-2683E02962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0" y="-478"/>
            <a:ext cx="6754318" cy="6858478"/>
          </a:xfrm>
          <a:custGeom>
            <a:avLst/>
            <a:gdLst>
              <a:gd name="connsiteX0" fmla="*/ 0 w 6754318"/>
              <a:gd name="connsiteY0" fmla="*/ 6858478 h 6858478"/>
              <a:gd name="connsiteX1" fmla="*/ 6754318 w 6754318"/>
              <a:gd name="connsiteY1" fmla="*/ 6858478 h 6858478"/>
              <a:gd name="connsiteX2" fmla="*/ 3577943 w 6754318"/>
              <a:gd name="connsiteY2" fmla="*/ 0 h 6858478"/>
              <a:gd name="connsiteX3" fmla="*/ 3572366 w 6754318"/>
              <a:gd name="connsiteY3" fmla="*/ 0 h 6858478"/>
              <a:gd name="connsiteX4" fmla="*/ 2506138 w 6754318"/>
              <a:gd name="connsiteY4" fmla="*/ 0 h 6858478"/>
              <a:gd name="connsiteX5" fmla="*/ 0 w 6754318"/>
              <a:gd name="connsiteY5" fmla="*/ 0 h 68584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754318" h="6858478">
                <a:moveTo>
                  <a:pt x="0" y="6858478"/>
                </a:moveTo>
                <a:lnTo>
                  <a:pt x="6754318" y="6858478"/>
                </a:lnTo>
                <a:lnTo>
                  <a:pt x="3577943" y="0"/>
                </a:lnTo>
                <a:lnTo>
                  <a:pt x="3572366" y="0"/>
                </a:lnTo>
                <a:lnTo>
                  <a:pt x="2506138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240E5BD2-4019-4012-A1AA-628900E659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1" y="-478"/>
            <a:ext cx="5953780" cy="6858478"/>
          </a:xfrm>
          <a:custGeom>
            <a:avLst/>
            <a:gdLst>
              <a:gd name="connsiteX0" fmla="*/ 0 w 5953780"/>
              <a:gd name="connsiteY0" fmla="*/ 6858478 h 6858478"/>
              <a:gd name="connsiteX1" fmla="*/ 5953780 w 5953780"/>
              <a:gd name="connsiteY1" fmla="*/ 6858478 h 6858478"/>
              <a:gd name="connsiteX2" fmla="*/ 2777405 w 5953780"/>
              <a:gd name="connsiteY2" fmla="*/ 0 h 6858478"/>
              <a:gd name="connsiteX3" fmla="*/ 2771828 w 5953780"/>
              <a:gd name="connsiteY3" fmla="*/ 0 h 6858478"/>
              <a:gd name="connsiteX4" fmla="*/ 1705600 w 5953780"/>
              <a:gd name="connsiteY4" fmla="*/ 0 h 6858478"/>
              <a:gd name="connsiteX5" fmla="*/ 0 w 5953780"/>
              <a:gd name="connsiteY5" fmla="*/ 0 h 68584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953780" h="6858478">
                <a:moveTo>
                  <a:pt x="0" y="6858478"/>
                </a:moveTo>
                <a:lnTo>
                  <a:pt x="5953780" y="6858478"/>
                </a:lnTo>
                <a:lnTo>
                  <a:pt x="2777405" y="0"/>
                </a:lnTo>
                <a:lnTo>
                  <a:pt x="2771828" y="0"/>
                </a:lnTo>
                <a:lnTo>
                  <a:pt x="170560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4BC6F4B7-0986-4A7D-BDE8-45CB28D8D4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342006"/>
            <a:ext cx="3879232" cy="2248122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/>
              <a:t>End</a:t>
            </a:r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ACA06D52-8274-4BF5-8F53-87A5773011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96600" y="6356350"/>
            <a:ext cx="457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  <a:defRPr/>
            </a:pPr>
            <a:fld id="{BD8A8A1B-4E1E-43EF-8A39-7D4A3879B941}" type="slidenum">
              <a:rPr lang="en-US">
                <a:solidFill>
                  <a:srgbClr val="FFFFFF"/>
                </a:solidFill>
                <a:latin typeface="Calibri" panose="020F0502020204030204"/>
              </a:rPr>
              <a:pPr>
                <a:spcAft>
                  <a:spcPts val="600"/>
                </a:spcAft>
                <a:defRPr/>
              </a:pPr>
              <a:t>10</a:t>
            </a:fld>
            <a:endParaRPr lang="en-US">
              <a:solidFill>
                <a:srgbClr val="FFFFFF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7168242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1175</TotalTime>
  <Words>100</Words>
  <Application>Microsoft Office PowerPoint</Application>
  <PresentationFormat>Breedbeeld</PresentationFormat>
  <Paragraphs>53</Paragraphs>
  <Slides>10</Slides>
  <Notes>0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3</vt:i4>
      </vt:variant>
      <vt:variant>
        <vt:lpstr>Thema</vt:lpstr>
      </vt:variant>
      <vt:variant>
        <vt:i4>1</vt:i4>
      </vt:variant>
      <vt:variant>
        <vt:lpstr>Diatitels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Kantoorthema</vt:lpstr>
      <vt:lpstr>Soldering station with temperature regulation</vt:lpstr>
      <vt:lpstr>Table of contents</vt:lpstr>
      <vt:lpstr>Project</vt:lpstr>
      <vt:lpstr>Motive</vt:lpstr>
      <vt:lpstr>Device description</vt:lpstr>
      <vt:lpstr>Device description </vt:lpstr>
      <vt:lpstr>Mechanical design</vt:lpstr>
      <vt:lpstr>Mechanical design </vt:lpstr>
      <vt:lpstr>PowerPoint-presentatie</vt:lpstr>
      <vt:lpstr>End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Soldering station with temperature regulation</dc:title>
  <dc:creator>rauf</dc:creator>
  <cp:lastModifiedBy>rauf</cp:lastModifiedBy>
  <cp:revision>23</cp:revision>
  <dcterms:created xsi:type="dcterms:W3CDTF">2021-05-30T10:18:10Z</dcterms:created>
  <dcterms:modified xsi:type="dcterms:W3CDTF">2021-06-01T19:10:21Z</dcterms:modified>
</cp:coreProperties>
</file>